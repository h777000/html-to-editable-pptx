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0"/>
            <a:ext cx="3286125" cy="27503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8" y="535781"/>
            <a:ext cx="1303734" cy="28575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85788" y="2734270"/>
            <a:ext cx="2500313" cy="1393031"/>
          </a:xfrm>
          <a:prstGeom prst="roundRect">
            <a:avLst>
              <a:gd name="adj" fmla="val 1211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  <a:effectLst>
            <a:outerShdw sx="100000" sy="100000" kx="0" ky="0" algn="bl" rotWithShape="0" blurRad="381000" dist="133350" dir="540000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zh-CN"/>
          </a:p>
        </p:txBody>
      </p:sp>
      <p:sp>
        <p:nvSpPr>
          <p:cNvPr id="6" name="Shape 1"/>
          <p:cNvSpPr/>
          <p:nvPr/>
        </p:nvSpPr>
        <p:spPr>
          <a:xfrm>
            <a:off x="3228975" y="2734270"/>
            <a:ext cx="2500313" cy="1393031"/>
          </a:xfrm>
          <a:prstGeom prst="roundRect">
            <a:avLst>
              <a:gd name="adj" fmla="val 1211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  <a:effectLst>
            <a:outerShdw sx="100000" sy="100000" kx="0" ky="0" algn="bl" rotWithShape="0" blurRad="381000" dist="133350" dir="540000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zh-CN"/>
          </a:p>
        </p:txBody>
      </p:sp>
      <p:sp>
        <p:nvSpPr>
          <p:cNvPr id="7" name="Shape 2"/>
          <p:cNvSpPr/>
          <p:nvPr/>
        </p:nvSpPr>
        <p:spPr>
          <a:xfrm>
            <a:off x="5872163" y="2734270"/>
            <a:ext cx="2500313" cy="1393031"/>
          </a:xfrm>
          <a:prstGeom prst="roundRect">
            <a:avLst>
              <a:gd name="adj" fmla="val 1211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  <a:effectLst>
            <a:outerShdw sx="100000" sy="100000" kx="0" ky="0" algn="bl" rotWithShape="0" blurRad="381000" dist="133350" dir="540000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zh-CN"/>
          </a:p>
        </p:txBody>
      </p:sp>
      <p:sp>
        <p:nvSpPr>
          <p:cNvPr id="8" name="Text 3"/>
          <p:cNvSpPr txBox="1"/>
          <p:nvPr/>
        </p:nvSpPr>
        <p:spPr>
          <a:xfrm>
            <a:off x="714375" y="607219"/>
            <a:ext cx="134466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42" spc="99" kern="0" dirty="0">
                <a:solidFill>
                  <a:srgbClr val="B8C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TO PPTX</a:t>
            </a:r>
            <a:endParaRPr lang="en-US" sz="842" dirty="0"/>
          </a:p>
        </p:txBody>
      </p:sp>
      <p:sp>
        <p:nvSpPr>
          <p:cNvPr id="9" name="Text 4"/>
          <p:cNvSpPr txBox="1"/>
          <p:nvPr/>
        </p:nvSpPr>
        <p:spPr>
          <a:xfrm>
            <a:off x="585788" y="1035844"/>
            <a:ext cx="3954427" cy="540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261"/>
              </a:lnSpc>
              <a:buNone/>
            </a:pPr>
            <a:r>
              <a:rPr lang="en-US" sz="3020" b="1" spc="-99" kern="0" dirty="0">
                <a:solidFill>
                  <a:srgbClr val="F7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design.</a:t>
            </a:r>
            <a:endParaRPr lang="en-US" sz="3020" dirty="0"/>
          </a:p>
        </p:txBody>
      </p:sp>
      <p:sp>
        <p:nvSpPr>
          <p:cNvPr id="10" name="Text 5"/>
          <p:cNvSpPr txBox="1"/>
          <p:nvPr/>
        </p:nvSpPr>
        <p:spPr>
          <a:xfrm>
            <a:off x="585788" y="1506438"/>
            <a:ext cx="5179752" cy="540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261"/>
              </a:lnSpc>
              <a:buNone/>
            </a:pPr>
            <a:r>
              <a:rPr lang="en-US" sz="3020" b="1" spc="-99" kern="0" dirty="0">
                <a:solidFill>
                  <a:srgbClr val="F7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text editable.</a:t>
            </a:r>
            <a:endParaRPr lang="en-US" sz="3020" dirty="0"/>
          </a:p>
        </p:txBody>
      </p:sp>
      <p:sp>
        <p:nvSpPr>
          <p:cNvPr id="11" name="Text 6"/>
          <p:cNvSpPr txBox="1"/>
          <p:nvPr/>
        </p:nvSpPr>
        <p:spPr>
          <a:xfrm>
            <a:off x="585788" y="2077045"/>
            <a:ext cx="4226151" cy="240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66"/>
              </a:lnSpc>
              <a:buNone/>
            </a:pPr>
            <a:r>
              <a:rPr lang="en-US" sz="1139" dirty="0">
                <a:solidFill>
                  <a:srgbClr val="C5D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Browser-rendered slides, rebuilt for PowerPoint.</a:t>
            </a:r>
            <a:endParaRPr lang="en-US" sz="1139" dirty="0"/>
          </a:p>
        </p:txBody>
      </p:sp>
      <p:sp>
        <p:nvSpPr>
          <p:cNvPr id="12" name="Text 7"/>
          <p:cNvSpPr txBox="1"/>
          <p:nvPr/>
        </p:nvSpPr>
        <p:spPr>
          <a:xfrm>
            <a:off x="792956" y="2941439"/>
            <a:ext cx="475495" cy="3620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17"/>
              </a:lnSpc>
              <a:buNone/>
            </a:pPr>
            <a:r>
              <a:rPr lang="en-US" sz="1931" b="1" dirty="0">
                <a:solidFill>
                  <a:srgbClr val="93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31" dirty="0"/>
          </a:p>
        </p:txBody>
      </p:sp>
      <p:sp>
        <p:nvSpPr>
          <p:cNvPr id="13" name="Text 8"/>
          <p:cNvSpPr txBox="1"/>
          <p:nvPr/>
        </p:nvSpPr>
        <p:spPr>
          <a:xfrm>
            <a:off x="792956" y="3355777"/>
            <a:ext cx="1693444" cy="21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90" dirty="0">
                <a:solidFill>
                  <a:srgbClr val="F7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browser</a:t>
            </a:r>
            <a:endParaRPr lang="en-US" sz="990" dirty="0"/>
          </a:p>
        </p:txBody>
      </p:sp>
      <p:sp>
        <p:nvSpPr>
          <p:cNvPr id="14" name="Text 9"/>
          <p:cNvSpPr txBox="1"/>
          <p:nvPr/>
        </p:nvSpPr>
        <p:spPr>
          <a:xfrm>
            <a:off x="792956" y="3648670"/>
            <a:ext cx="235187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743" dirty="0">
                <a:solidFill>
                  <a:srgbClr val="AAB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final DOM layout and computed</a:t>
            </a:r>
            <a:endParaRPr lang="en-US" sz="743" dirty="0"/>
          </a:p>
        </p:txBody>
      </p:sp>
      <p:sp>
        <p:nvSpPr>
          <p:cNvPr id="15" name="Text 10"/>
          <p:cNvSpPr txBox="1"/>
          <p:nvPr/>
        </p:nvSpPr>
        <p:spPr>
          <a:xfrm>
            <a:off x="792956" y="3770114"/>
            <a:ext cx="46811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743" dirty="0">
                <a:solidFill>
                  <a:srgbClr val="AAB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styles.</a:t>
            </a:r>
            <a:endParaRPr lang="en-US" sz="743" dirty="0"/>
          </a:p>
        </p:txBody>
      </p:sp>
      <p:sp>
        <p:nvSpPr>
          <p:cNvPr id="16" name="Text 11"/>
          <p:cNvSpPr txBox="1"/>
          <p:nvPr/>
        </p:nvSpPr>
        <p:spPr>
          <a:xfrm>
            <a:off x="3436144" y="2941439"/>
            <a:ext cx="475495" cy="3620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17"/>
              </a:lnSpc>
              <a:buNone/>
            </a:pPr>
            <a:r>
              <a:rPr lang="en-US" sz="1931" b="1" dirty="0">
                <a:solidFill>
                  <a:srgbClr val="93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31" dirty="0"/>
          </a:p>
        </p:txBody>
      </p:sp>
      <p:sp>
        <p:nvSpPr>
          <p:cNvPr id="17" name="Text 12"/>
          <p:cNvSpPr txBox="1"/>
          <p:nvPr/>
        </p:nvSpPr>
        <p:spPr>
          <a:xfrm>
            <a:off x="3436144" y="3355777"/>
            <a:ext cx="1599664" cy="21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90" dirty="0">
                <a:solidFill>
                  <a:srgbClr val="F7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native text</a:t>
            </a:r>
            <a:endParaRPr lang="en-US" sz="990" dirty="0"/>
          </a:p>
        </p:txBody>
      </p:sp>
      <p:sp>
        <p:nvSpPr>
          <p:cNvPr id="18" name="Text 13"/>
          <p:cNvSpPr txBox="1"/>
          <p:nvPr/>
        </p:nvSpPr>
        <p:spPr>
          <a:xfrm>
            <a:off x="3436144" y="3648670"/>
            <a:ext cx="221107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743" dirty="0">
                <a:solidFill>
                  <a:srgbClr val="AAB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slide copy directly in PowerPoint.</a:t>
            </a:r>
            <a:endParaRPr lang="en-US" sz="743" dirty="0"/>
          </a:p>
        </p:txBody>
      </p:sp>
      <p:sp>
        <p:nvSpPr>
          <p:cNvPr id="19" name="Text 14"/>
          <p:cNvSpPr txBox="1"/>
          <p:nvPr/>
        </p:nvSpPr>
        <p:spPr>
          <a:xfrm>
            <a:off x="6079331" y="2941439"/>
            <a:ext cx="475495" cy="3620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17"/>
              </a:lnSpc>
              <a:buNone/>
            </a:pPr>
            <a:r>
              <a:rPr lang="en-US" sz="1931" b="1" dirty="0">
                <a:solidFill>
                  <a:srgbClr val="93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31" dirty="0"/>
          </a:p>
        </p:txBody>
      </p:sp>
      <p:sp>
        <p:nvSpPr>
          <p:cNvPr id="20" name="Text 15"/>
          <p:cNvSpPr txBox="1"/>
          <p:nvPr/>
        </p:nvSpPr>
        <p:spPr>
          <a:xfrm>
            <a:off x="6079331" y="3355777"/>
            <a:ext cx="1777740" cy="21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90" dirty="0">
                <a:solidFill>
                  <a:srgbClr val="F7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complex CSS</a:t>
            </a:r>
            <a:endParaRPr lang="en-US" sz="990" dirty="0"/>
          </a:p>
        </p:txBody>
      </p:sp>
      <p:sp>
        <p:nvSpPr>
          <p:cNvPr id="21" name="Text 16"/>
          <p:cNvSpPr txBox="1"/>
          <p:nvPr/>
        </p:nvSpPr>
        <p:spPr>
          <a:xfrm>
            <a:off x="6079331" y="3648670"/>
            <a:ext cx="2232413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743" dirty="0">
                <a:solidFill>
                  <a:srgbClr val="AAB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local visual layers where needed.</a:t>
            </a:r>
            <a:endParaRPr lang="en-US" sz="74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gradient-slide.pptx</dc:title>
  <dc:subject>HTML slide conversion</dc:subject>
  <dc:creator>HTML to Editable PPTX</dc:creator>
  <cp:lastModifiedBy>HTML to Editable PPTX</cp:lastModifiedBy>
  <cp:revision>1</cp:revision>
  <dcterms:created xsi:type="dcterms:W3CDTF">2026-09-28T15:59:59Z</dcterms:created>
  <dcterms:modified xsi:type="dcterms:W3CDTF">2026-09-28T15:59:59Z</dcterms:modified>
</cp:coreProperties>
</file>